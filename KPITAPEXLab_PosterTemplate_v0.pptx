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26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g Narkhede" userId="c13fb725-0883-4d1f-a249-72ea44102068" providerId="ADAL" clId="{BED2CC34-19D5-4647-8A21-E3DC6C118C31}"/>
    <pc:docChg chg="modSld">
      <pc:chgData name="Parag Narkhede" userId="c13fb725-0883-4d1f-a249-72ea44102068" providerId="ADAL" clId="{BED2CC34-19D5-4647-8A21-E3DC6C118C31}" dt="2025-10-28T06:37:18.136" v="4" actId="108"/>
      <pc:docMkLst>
        <pc:docMk/>
      </pc:docMkLst>
      <pc:sldChg chg="addSp modSp mod">
        <pc:chgData name="Parag Narkhede" userId="c13fb725-0883-4d1f-a249-72ea44102068" providerId="ADAL" clId="{BED2CC34-19D5-4647-8A21-E3DC6C118C31}" dt="2025-10-28T06:37:18.136" v="4" actId="108"/>
        <pc:sldMkLst>
          <pc:docMk/>
          <pc:sldMk cId="4277448284" sldId="256"/>
        </pc:sldMkLst>
        <pc:spChg chg="add mod">
          <ac:chgData name="Parag Narkhede" userId="c13fb725-0883-4d1f-a249-72ea44102068" providerId="ADAL" clId="{BED2CC34-19D5-4647-8A21-E3DC6C118C31}" dt="2025-10-28T06:37:18.136" v="4" actId="108"/>
          <ac:spMkLst>
            <pc:docMk/>
            <pc:sldMk cId="4277448284" sldId="256"/>
            <ac:spMk id="3" creationId="{0C77AF22-2151-B965-2909-D327C6B69C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2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4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5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6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1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2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7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9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0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9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05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C6C8B-9522-4B59-A8C7-F7F46D7A276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11D74-7FD3-4BCB-9FE8-B3FFBDF1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17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46A0A73-9A89-187E-A350-63B3A6199F0E}"/>
              </a:ext>
            </a:extLst>
          </p:cNvPr>
          <p:cNvGrpSpPr/>
          <p:nvPr/>
        </p:nvGrpSpPr>
        <p:grpSpPr>
          <a:xfrm>
            <a:off x="0" y="11643895"/>
            <a:ext cx="9601200" cy="1161126"/>
            <a:chOff x="0" y="11643895"/>
            <a:chExt cx="9601200" cy="1161126"/>
          </a:xfrm>
        </p:grpSpPr>
        <p:pic>
          <p:nvPicPr>
            <p:cNvPr id="7" name="Picture 6" descr="A close-up of a computer screen&#10;&#10;AI-generated content may be incorrect.">
              <a:extLst>
                <a:ext uri="{FF2B5EF4-FFF2-40B4-BE49-F238E27FC236}">
                  <a16:creationId xmlns:a16="http://schemas.microsoft.com/office/drawing/2014/main" id="{AE230E5A-F8F1-89B8-4A09-8CCCA258E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15" t="59548" r="21416" b="14625"/>
            <a:stretch>
              <a:fillRect/>
            </a:stretch>
          </p:blipFill>
          <p:spPr>
            <a:xfrm>
              <a:off x="0" y="11643896"/>
              <a:ext cx="3537916" cy="1157703"/>
            </a:xfrm>
            <a:prstGeom prst="rect">
              <a:avLst/>
            </a:prstGeom>
          </p:spPr>
        </p:pic>
        <p:pic>
          <p:nvPicPr>
            <p:cNvPr id="9" name="Picture 8" descr="A close-up of a computer screen&#10;&#10;AI-generated content may be incorrect.">
              <a:extLst>
                <a:ext uri="{FF2B5EF4-FFF2-40B4-BE49-F238E27FC236}">
                  <a16:creationId xmlns:a16="http://schemas.microsoft.com/office/drawing/2014/main" id="{F773E01D-F01D-BE00-B19B-25B759B6B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15" t="59548" r="21416" b="14625"/>
            <a:stretch>
              <a:fillRect/>
            </a:stretch>
          </p:blipFill>
          <p:spPr>
            <a:xfrm>
              <a:off x="6063284" y="11647318"/>
              <a:ext cx="3537916" cy="1157703"/>
            </a:xfrm>
            <a:prstGeom prst="rect">
              <a:avLst/>
            </a:prstGeom>
          </p:spPr>
        </p:pic>
        <p:pic>
          <p:nvPicPr>
            <p:cNvPr id="10" name="Picture 9" descr="A close-up of a computer screen&#10;&#10;AI-generated content may be incorrect.">
              <a:extLst>
                <a:ext uri="{FF2B5EF4-FFF2-40B4-BE49-F238E27FC236}">
                  <a16:creationId xmlns:a16="http://schemas.microsoft.com/office/drawing/2014/main" id="{6EDBC184-62C5-5F6C-3125-9BB104152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15" t="59548" r="21416" b="14625"/>
            <a:stretch>
              <a:fillRect/>
            </a:stretch>
          </p:blipFill>
          <p:spPr>
            <a:xfrm>
              <a:off x="3537916" y="11643895"/>
              <a:ext cx="3537916" cy="1157703"/>
            </a:xfrm>
            <a:prstGeom prst="rect">
              <a:avLst/>
            </a:prstGeom>
          </p:spPr>
        </p:pic>
      </p:grp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147121B-E846-467B-94CC-64F3947E7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4" t="36727" r="56167"/>
          <a:stretch>
            <a:fillRect/>
          </a:stretch>
        </p:blipFill>
        <p:spPr>
          <a:xfrm>
            <a:off x="0" y="0"/>
            <a:ext cx="2476500" cy="960077"/>
          </a:xfrm>
          <a:prstGeom prst="rect">
            <a:avLst/>
          </a:prstGeom>
        </p:spPr>
      </p:pic>
      <p:pic>
        <p:nvPicPr>
          <p:cNvPr id="6" name="Picture 5" descr="A close-up of a green object&#10;&#10;AI-generated content may be incorrect.">
            <a:extLst>
              <a:ext uri="{FF2B5EF4-FFF2-40B4-BE49-F238E27FC236}">
                <a16:creationId xmlns:a16="http://schemas.microsoft.com/office/drawing/2014/main" id="{6E40264F-02E9-F827-753F-9C71544E96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28524" r="5250" b="33976"/>
          <a:stretch>
            <a:fillRect/>
          </a:stretch>
        </p:blipFill>
        <p:spPr>
          <a:xfrm>
            <a:off x="0" y="12245220"/>
            <a:ext cx="2266950" cy="5563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1FB7B3-F8B8-543A-698A-B6E5F7561C22}"/>
              </a:ext>
            </a:extLst>
          </p:cNvPr>
          <p:cNvSpPr txBox="1"/>
          <p:nvPr/>
        </p:nvSpPr>
        <p:spPr>
          <a:xfrm>
            <a:off x="2476500" y="36747"/>
            <a:ext cx="6686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Work Sans" panose="00000500000000000000" pitchFamily="2" charset="0"/>
              </a:rPr>
              <a:t>Project Title</a:t>
            </a:r>
            <a:endParaRPr lang="en-US" sz="5400" b="1" dirty="0">
              <a:latin typeface="Work Sa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FDBA1-65E7-6F14-CA55-FD90BE9A22C5}"/>
              </a:ext>
            </a:extLst>
          </p:cNvPr>
          <p:cNvSpPr txBox="1"/>
          <p:nvPr/>
        </p:nvSpPr>
        <p:spPr>
          <a:xfrm>
            <a:off x="438150" y="960077"/>
            <a:ext cx="8724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Work Sans" panose="00000500000000000000" pitchFamily="2" charset="0"/>
              </a:rPr>
              <a:t>Candidate Name</a:t>
            </a:r>
            <a:endParaRPr lang="en-US" sz="2800" dirty="0">
              <a:latin typeface="Work Sans" panose="00000500000000000000" pitchFamily="2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0285730-61DD-9DA3-1CA4-AF13E5223F81}"/>
              </a:ext>
            </a:extLst>
          </p:cNvPr>
          <p:cNvSpPr txBox="1">
            <a:spLocks/>
          </p:cNvSpPr>
          <p:nvPr/>
        </p:nvSpPr>
        <p:spPr>
          <a:xfrm>
            <a:off x="438151" y="1561401"/>
            <a:ext cx="8724899" cy="10280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60120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Work Sans" panose="00000500000000000000" pitchFamily="2" charset="0"/>
                <a:ea typeface="+mn-ea"/>
                <a:cs typeface="+mn-cs"/>
              </a:defRPr>
            </a:lvl1pPr>
            <a:lvl2pPr marL="480060" indent="0" algn="ctr" defTabSz="96012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Work Sans" panose="00000500000000000000" pitchFamily="2" charset="0"/>
                <a:ea typeface="+mn-ea"/>
                <a:cs typeface="+mn-cs"/>
              </a:defRPr>
            </a:lvl2pPr>
            <a:lvl3pPr marL="960120" indent="0" algn="ctr" defTabSz="96012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None/>
              <a:defRPr sz="1890" kern="1200">
                <a:solidFill>
                  <a:schemeClr val="tx1"/>
                </a:solidFill>
                <a:latin typeface="Work Sans" panose="00000500000000000000" pitchFamily="2" charset="0"/>
                <a:ea typeface="+mn-ea"/>
                <a:cs typeface="+mn-cs"/>
              </a:defRPr>
            </a:lvl3pPr>
            <a:lvl4pPr marL="1440180" indent="0" algn="ctr" defTabSz="96012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None/>
              <a:defRPr sz="1680" kern="1200">
                <a:solidFill>
                  <a:schemeClr val="tx1"/>
                </a:solidFill>
                <a:latin typeface="Work Sans" panose="00000500000000000000" pitchFamily="2" charset="0"/>
                <a:ea typeface="+mn-ea"/>
                <a:cs typeface="+mn-cs"/>
              </a:defRPr>
            </a:lvl4pPr>
            <a:lvl5pPr marL="1920240" indent="0" algn="ctr" defTabSz="96012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None/>
              <a:defRPr sz="1680" kern="1200">
                <a:solidFill>
                  <a:schemeClr val="tx1"/>
                </a:solidFill>
                <a:latin typeface="Work Sans" panose="00000500000000000000" pitchFamily="2" charset="0"/>
                <a:ea typeface="+mn-ea"/>
                <a:cs typeface="+mn-cs"/>
              </a:defRPr>
            </a:lvl5pPr>
            <a:lvl6pPr marL="2400300" indent="0" algn="ctr" defTabSz="96012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None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80360" indent="0" algn="ctr" defTabSz="96012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None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60420" indent="0" algn="ctr" defTabSz="96012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None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40480" indent="0" algn="ctr" defTabSz="96012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None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Text, images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7AF22-2151-B965-2909-D327C6B69C17}"/>
              </a:ext>
            </a:extLst>
          </p:cNvPr>
          <p:cNvSpPr txBox="1"/>
          <p:nvPr/>
        </p:nvSpPr>
        <p:spPr>
          <a:xfrm>
            <a:off x="438150" y="6009055"/>
            <a:ext cx="8340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buNone/>
            </a:pPr>
            <a:r>
              <a:rPr lang="en-US" b="1" kern="100" dirty="0">
                <a:solidFill>
                  <a:srgbClr val="FAB35D"/>
                </a:solidFill>
                <a:latin typeface="Work Sans" panose="00000500000000000000" pitchFamily="2" charset="0"/>
                <a:cs typeface="Times New Roman" panose="02020603050405020304" pitchFamily="18" charset="0"/>
              </a:rPr>
              <a:t>5-Day FDP on</a:t>
            </a:r>
          </a:p>
          <a:p>
            <a:pPr marL="0" marR="0" algn="ctr">
              <a:buNone/>
            </a:pPr>
            <a:r>
              <a:rPr lang="en-US" b="1" kern="100" dirty="0">
                <a:solidFill>
                  <a:srgbClr val="FAB35D"/>
                </a:solidFill>
                <a:latin typeface="Work Sans" panose="00000500000000000000" pitchFamily="2" charset="0"/>
                <a:cs typeface="Times New Roman" panose="02020603050405020304" pitchFamily="18" charset="0"/>
              </a:rPr>
              <a:t>Embedded Linux and Programming</a:t>
            </a:r>
          </a:p>
        </p:txBody>
      </p:sp>
    </p:spTree>
    <p:extLst>
      <p:ext uri="{BB962C8B-B14F-4D97-AF65-F5344CB8AC3E}">
        <p14:creationId xmlns:p14="http://schemas.microsoft.com/office/powerpoint/2010/main" val="427744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f83bb47-26c1-4b59-91d5-8aa063b8eba3" xsi:nil="true"/>
    <lcf76f155ced4ddcb4097134ff3c332f xmlns="1250858a-e5c0-4b64-8db5-dd4e897252b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A8657A04E52F4396E01F4D172B9425" ma:contentTypeVersion="10" ma:contentTypeDescription="Create a new document." ma:contentTypeScope="" ma:versionID="7a1c91b2bc030a5b14737571844aa70c">
  <xsd:schema xmlns:xsd="http://www.w3.org/2001/XMLSchema" xmlns:xs="http://www.w3.org/2001/XMLSchema" xmlns:p="http://schemas.microsoft.com/office/2006/metadata/properties" xmlns:ns2="1250858a-e5c0-4b64-8db5-dd4e897252b0" xmlns:ns3="ef83bb47-26c1-4b59-91d5-8aa063b8eba3" targetNamespace="http://schemas.microsoft.com/office/2006/metadata/properties" ma:root="true" ma:fieldsID="8e5a9fe9686009c7b7f15043779dff0e" ns2:_="" ns3:_="">
    <xsd:import namespace="1250858a-e5c0-4b64-8db5-dd4e897252b0"/>
    <xsd:import namespace="ef83bb47-26c1-4b59-91d5-8aa063b8eb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50858a-e5c0-4b64-8db5-dd4e897252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8f5e56-e41c-4ff5-942a-46bb561873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83bb47-26c1-4b59-91d5-8aa063b8eb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92ed642-2adf-4206-aee0-c48661b123c8}" ma:internalName="TaxCatchAll" ma:showField="CatchAllData" ma:web="ef83bb47-26c1-4b59-91d5-8aa063b8eb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C5F7A3-4435-495C-BC21-48D772D70A0C}">
  <ds:schemaRefs>
    <ds:schemaRef ds:uri="http://schemas.microsoft.com/office/2006/metadata/properties"/>
    <ds:schemaRef ds:uri="http://schemas.microsoft.com/office/infopath/2007/PartnerControls"/>
    <ds:schemaRef ds:uri="584ec9cd-9e54-4ff4-aff1-30a9d696403c"/>
    <ds:schemaRef ds:uri="843150c6-d883-4c26-b274-6725b7462c84"/>
  </ds:schemaRefs>
</ds:datastoreItem>
</file>

<file path=customXml/itemProps2.xml><?xml version="1.0" encoding="utf-8"?>
<ds:datastoreItem xmlns:ds="http://schemas.openxmlformats.org/officeDocument/2006/customXml" ds:itemID="{FAEF5A2F-7E77-4399-AF1E-1172FBBD0B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B34015-4BCB-40E6-814F-5CC48E03C47E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15</Words>
  <Application>Microsoft Office PowerPoint</Application>
  <PresentationFormat>A3 Paper (297x420 mm)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Work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Parag Narkhede</dc:creator>
  <cp:lastModifiedBy>Parag Narkhede</cp:lastModifiedBy>
  <cp:revision>1</cp:revision>
  <dcterms:created xsi:type="dcterms:W3CDTF">2025-07-30T04:45:48Z</dcterms:created>
  <dcterms:modified xsi:type="dcterms:W3CDTF">2025-10-28T06:37:25Z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0x0101005DA8657A04E52F4396E01F4D172B9425</vt:lpwstr>
  </property>
  <property fmtid="{D5CDD505-2E9C-101B-9397-08002B2CF9AE}" pid="3" name="MediaServiceImageTags">
    <vt:lpwstr/>
  </property>
</Properties>
</file>