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D0B7F-602A-45B3-A620-6D44F323F70F}" v="3" dt="2026-01-09T12:14:12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g Narkhede" userId="c13fb725-0883-4d1f-a249-72ea44102068" providerId="ADAL" clId="{BED2CC34-19D5-4647-8A21-E3DC6C118C31}"/>
    <pc:docChg chg="undo custSel modSld modMainMaster">
      <pc:chgData name="Parag Narkhede" userId="c13fb725-0883-4d1f-a249-72ea44102068" providerId="ADAL" clId="{BED2CC34-19D5-4647-8A21-E3DC6C118C31}" dt="2026-01-12T10:35:17.139" v="22" actId="255"/>
      <pc:docMkLst>
        <pc:docMk/>
      </pc:docMkLst>
      <pc:sldChg chg="modSp mod">
        <pc:chgData name="Parag Narkhede" userId="c13fb725-0883-4d1f-a249-72ea44102068" providerId="ADAL" clId="{BED2CC34-19D5-4647-8A21-E3DC6C118C31}" dt="2026-01-09T12:13:55.683" v="16" actId="27636"/>
        <pc:sldMkLst>
          <pc:docMk/>
          <pc:sldMk cId="1599912673" sldId="256"/>
        </pc:sldMkLst>
        <pc:spChg chg="mod">
          <ac:chgData name="Parag Narkhede" userId="c13fb725-0883-4d1f-a249-72ea44102068" providerId="ADAL" clId="{BED2CC34-19D5-4647-8A21-E3DC6C118C31}" dt="2026-01-09T12:13:55.683" v="16" actId="27636"/>
          <ac:spMkLst>
            <pc:docMk/>
            <pc:sldMk cId="1599912673" sldId="256"/>
            <ac:spMk id="2" creationId="{42D90CAA-90CB-0A78-F7A0-8E76011DD6AA}"/>
          </ac:spMkLst>
        </pc:spChg>
      </pc:sldChg>
      <pc:sldMasterChg chg="modSldLayout">
        <pc:chgData name="Parag Narkhede" userId="c13fb725-0883-4d1f-a249-72ea44102068" providerId="ADAL" clId="{BED2CC34-19D5-4647-8A21-E3DC6C118C31}" dt="2026-01-12T10:35:17.139" v="22" actId="255"/>
        <pc:sldMasterMkLst>
          <pc:docMk/>
          <pc:sldMasterMk cId="3993716513" sldId="2147483648"/>
        </pc:sldMasterMkLst>
        <pc:sldLayoutChg chg="modSp mod">
          <pc:chgData name="Parag Narkhede" userId="c13fb725-0883-4d1f-a249-72ea44102068" providerId="ADAL" clId="{BED2CC34-19D5-4647-8A21-E3DC6C118C31}" dt="2026-01-12T10:35:17.139" v="22" actId="255"/>
          <pc:sldLayoutMkLst>
            <pc:docMk/>
            <pc:sldMasterMk cId="3993716513" sldId="2147483648"/>
            <pc:sldLayoutMk cId="3398445008" sldId="2147483650"/>
          </pc:sldLayoutMkLst>
          <pc:spChg chg="mod">
            <ac:chgData name="Parag Narkhede" userId="c13fb725-0883-4d1f-a249-72ea44102068" providerId="ADAL" clId="{BED2CC34-19D5-4647-8A21-E3DC6C118C31}" dt="2026-01-12T10:35:04.389" v="20" actId="404"/>
            <ac:spMkLst>
              <pc:docMk/>
              <pc:sldMasterMk cId="3993716513" sldId="2147483648"/>
              <pc:sldLayoutMk cId="3398445008" sldId="2147483650"/>
              <ac:spMk id="2" creationId="{61015E2F-7E88-A682-A693-22D2381EF66D}"/>
            </ac:spMkLst>
          </pc:spChg>
          <pc:spChg chg="mod">
            <ac:chgData name="Parag Narkhede" userId="c13fb725-0883-4d1f-a249-72ea44102068" providerId="ADAL" clId="{BED2CC34-19D5-4647-8A21-E3DC6C118C31}" dt="2026-01-12T10:35:17.139" v="22" actId="255"/>
            <ac:spMkLst>
              <pc:docMk/>
              <pc:sldMasterMk cId="3993716513" sldId="2147483648"/>
              <pc:sldLayoutMk cId="3398445008" sldId="2147483650"/>
              <ac:spMk id="3" creationId="{117B81C2-D98E-F9BA-F087-38886AFBD60F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F8FC85C-DDB2-F4DC-EB1F-C77C7C16B0A2}"/>
              </a:ext>
            </a:extLst>
          </p:cNvPr>
          <p:cNvGrpSpPr/>
          <p:nvPr userDrawn="1"/>
        </p:nvGrpSpPr>
        <p:grpSpPr>
          <a:xfrm>
            <a:off x="43484" y="2350062"/>
            <a:ext cx="12148516" cy="4482454"/>
            <a:chOff x="43484" y="2350062"/>
            <a:chExt cx="12148516" cy="4482454"/>
          </a:xfrm>
        </p:grpSpPr>
        <p:pic>
          <p:nvPicPr>
            <p:cNvPr id="12" name="Picture 11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3216671F-708E-917E-14D9-8FED1FFDDA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15"/>
            <a:stretch>
              <a:fillRect/>
            </a:stretch>
          </p:blipFill>
          <p:spPr>
            <a:xfrm>
              <a:off x="3230218" y="2350062"/>
              <a:ext cx="8961782" cy="4482454"/>
            </a:xfrm>
            <a:prstGeom prst="rect">
              <a:avLst/>
            </a:prstGeom>
          </p:spPr>
        </p:pic>
        <p:pic>
          <p:nvPicPr>
            <p:cNvPr id="13" name="Picture 12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19A13307-59CA-8D1E-1BCE-8D082FD5FF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15" r="21416"/>
            <a:stretch>
              <a:fillRect/>
            </a:stretch>
          </p:blipFill>
          <p:spPr>
            <a:xfrm>
              <a:off x="43484" y="2350062"/>
              <a:ext cx="3537916" cy="448245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6D2B44-C6B5-7AC2-775A-CBB4CF5AD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12863"/>
            <a:ext cx="6057900" cy="2387600"/>
          </a:xfrm>
        </p:spPr>
        <p:txBody>
          <a:bodyPr anchor="ctr">
            <a:normAutofit/>
          </a:bodyPr>
          <a:lstStyle>
            <a:lvl1pPr algn="ctr">
              <a:defRPr sz="5400" b="1">
                <a:latin typeface="Work Sa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51B51-9865-773B-CD97-A387FAC48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92538"/>
            <a:ext cx="6057900" cy="846137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A523B-0140-8CD0-6B21-D6D8AAE6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57DF-BC11-4A54-9944-1E08F0405D1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BEB-73BF-FCA3-105C-9EF0EFC2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212-3989-2B82-EC7D-9067EE41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418-2992-4FFD-A0C7-498C477FE53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green object&#10;&#10;AI-generated content may be incorrect.">
            <a:extLst>
              <a:ext uri="{FF2B5EF4-FFF2-40B4-BE49-F238E27FC236}">
                <a16:creationId xmlns:a16="http://schemas.microsoft.com/office/drawing/2014/main" id="{290D8F5A-CDAA-E25D-9953-41996E0BF4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28524" r="5250" b="33976"/>
          <a:stretch>
            <a:fillRect/>
          </a:stretch>
        </p:blipFill>
        <p:spPr>
          <a:xfrm>
            <a:off x="7713627" y="136525"/>
            <a:ext cx="4346643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8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0D44D8-6B40-0767-8247-1C1139747C53}"/>
              </a:ext>
            </a:extLst>
          </p:cNvPr>
          <p:cNvGrpSpPr/>
          <p:nvPr userDrawn="1"/>
        </p:nvGrpSpPr>
        <p:grpSpPr>
          <a:xfrm>
            <a:off x="0" y="5563772"/>
            <a:ext cx="12192000" cy="1157703"/>
            <a:chOff x="0" y="5563772"/>
            <a:chExt cx="12192000" cy="11577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AFC19CB-AF45-FE44-19FE-1B23939847EA}"/>
                </a:ext>
              </a:extLst>
            </p:cNvPr>
            <p:cNvGrpSpPr/>
            <p:nvPr userDrawn="1"/>
          </p:nvGrpSpPr>
          <p:grpSpPr>
            <a:xfrm>
              <a:off x="0" y="5563772"/>
              <a:ext cx="8858250" cy="1157703"/>
              <a:chOff x="1798982" y="5598111"/>
              <a:chExt cx="8858250" cy="1157703"/>
            </a:xfrm>
          </p:grpSpPr>
          <p:pic>
            <p:nvPicPr>
              <p:cNvPr id="9" name="Picture 8" descr="A close-up of a computer screen&#10;&#10;AI-generated content may be incorrect.">
                <a:extLst>
                  <a:ext uri="{FF2B5EF4-FFF2-40B4-BE49-F238E27FC236}">
                    <a16:creationId xmlns:a16="http://schemas.microsoft.com/office/drawing/2014/main" id="{F9754D72-E137-AB45-8166-1AD85B1A9FD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615" t="59548" r="21416" b="14625"/>
              <a:stretch>
                <a:fillRect/>
              </a:stretch>
            </p:blipFill>
            <p:spPr>
              <a:xfrm>
                <a:off x="7119316" y="5598111"/>
                <a:ext cx="3537916" cy="1157703"/>
              </a:xfrm>
              <a:prstGeom prst="rect">
                <a:avLst/>
              </a:prstGeom>
            </p:spPr>
          </p:pic>
          <p:pic>
            <p:nvPicPr>
              <p:cNvPr id="7" name="Picture 6" descr="A close-up of a computer screen&#10;&#10;AI-generated content may be incorrect.">
                <a:extLst>
                  <a:ext uri="{FF2B5EF4-FFF2-40B4-BE49-F238E27FC236}">
                    <a16:creationId xmlns:a16="http://schemas.microsoft.com/office/drawing/2014/main" id="{1545EA5A-91E7-4EF0-06E2-BE6B1B5A68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546" t="59548" r="21416" b="14625"/>
              <a:stretch>
                <a:fillRect/>
              </a:stretch>
            </p:blipFill>
            <p:spPr>
              <a:xfrm>
                <a:off x="1798982" y="5598111"/>
                <a:ext cx="1782417" cy="1157703"/>
              </a:xfrm>
              <a:prstGeom prst="rect">
                <a:avLst/>
              </a:prstGeom>
            </p:spPr>
          </p:pic>
          <p:pic>
            <p:nvPicPr>
              <p:cNvPr id="8" name="Picture 7" descr="A close-up of a computer screen&#10;&#10;AI-generated content may be incorrect.">
                <a:extLst>
                  <a:ext uri="{FF2B5EF4-FFF2-40B4-BE49-F238E27FC236}">
                    <a16:creationId xmlns:a16="http://schemas.microsoft.com/office/drawing/2014/main" id="{115A83A4-C905-780F-FD90-5DFB2C958FA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4615" t="59548" r="21416" b="14625"/>
              <a:stretch>
                <a:fillRect/>
              </a:stretch>
            </p:blipFill>
            <p:spPr>
              <a:xfrm>
                <a:off x="3581400" y="5598111"/>
                <a:ext cx="3537916" cy="1157703"/>
              </a:xfrm>
              <a:prstGeom prst="rect">
                <a:avLst/>
              </a:prstGeom>
            </p:spPr>
          </p:pic>
        </p:grpSp>
        <p:pic>
          <p:nvPicPr>
            <p:cNvPr id="11" name="Picture 10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1EF7088D-206F-C719-E678-2E9F3C2437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15" t="59548" r="21416" b="14625"/>
            <a:stretch>
              <a:fillRect/>
            </a:stretch>
          </p:blipFill>
          <p:spPr>
            <a:xfrm>
              <a:off x="8539784" y="5563772"/>
              <a:ext cx="3652216" cy="1157703"/>
            </a:xfrm>
            <a:prstGeom prst="rect">
              <a:avLst/>
            </a:prstGeom>
          </p:spPr>
        </p:pic>
      </p:grpSp>
      <p:pic>
        <p:nvPicPr>
          <p:cNvPr id="13" name="Picture 12" descr="A close-up of a green object&#10;&#10;AI-generated content may be incorrect.">
            <a:extLst>
              <a:ext uri="{FF2B5EF4-FFF2-40B4-BE49-F238E27FC236}">
                <a16:creationId xmlns:a16="http://schemas.microsoft.com/office/drawing/2014/main" id="{6622A164-C48F-7258-BD1A-EE6139BB04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28524" r="5250" b="33976"/>
          <a:stretch>
            <a:fillRect/>
          </a:stretch>
        </p:blipFill>
        <p:spPr>
          <a:xfrm>
            <a:off x="765124" y="6210749"/>
            <a:ext cx="2299027" cy="564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015E2F-7E88-A682-A693-22D2381E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365126"/>
            <a:ext cx="10868025" cy="776736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B81C2-D98E-F9BA-F087-38886AFBD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1343025"/>
            <a:ext cx="10868025" cy="4578575"/>
          </a:xfr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CDE95-4AAB-8A6B-FC9F-C5AFF694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14700" y="6350000"/>
            <a:ext cx="1905000" cy="365125"/>
          </a:xfrm>
        </p:spPr>
        <p:txBody>
          <a:bodyPr/>
          <a:lstStyle/>
          <a:p>
            <a:fld id="{1EA557DF-BC11-4A54-9944-1E08F0405D1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8A9D9-52E8-50C3-6F3A-D98B238F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76900" y="6356350"/>
            <a:ext cx="24765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DA204-9E50-60E6-0DA4-B395CDC9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418-2992-4FFD-A0C7-498C477FE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4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8456A-7D7D-535C-7619-C68DA176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7FAE0-82A6-93B7-CE17-82833F3E2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02AD5-9D98-A30B-7856-31AA42999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557DF-BC11-4A54-9944-1E08F0405D1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AFF47-0AA5-749C-B929-F8E8A1E24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EA8BD-E484-80A2-E5BB-2D4200027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1418-2992-4FFD-A0C7-498C477FE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1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0CAA-90CB-0A78-F7A0-8E76011DD6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BD0C6-1802-7FBF-4C29-80FB4CBE7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1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FB4B-5EDD-C8F6-227B-03C128B9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263E4-D654-B36D-6FAB-770C1ED66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9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PITAPEXLab_Color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B7D434"/>
      </a:accent1>
      <a:accent2>
        <a:srgbClr val="5C4F9B"/>
      </a:accent2>
      <a:accent3>
        <a:srgbClr val="D07B3B"/>
      </a:accent3>
      <a:accent4>
        <a:srgbClr val="F9F64A"/>
      </a:accent4>
      <a:accent5>
        <a:srgbClr val="364795"/>
      </a:accent5>
      <a:accent6>
        <a:srgbClr val="B0FF45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A8657A04E52F4396E01F4D172B9425" ma:contentTypeVersion="10" ma:contentTypeDescription="Create a new document." ma:contentTypeScope="" ma:versionID="7a1c91b2bc030a5b14737571844aa70c">
  <xsd:schema xmlns:xsd="http://www.w3.org/2001/XMLSchema" xmlns:xs="http://www.w3.org/2001/XMLSchema" xmlns:p="http://schemas.microsoft.com/office/2006/metadata/properties" xmlns:ns2="1250858a-e5c0-4b64-8db5-dd4e897252b0" xmlns:ns3="ef83bb47-26c1-4b59-91d5-8aa063b8eba3" targetNamespace="http://schemas.microsoft.com/office/2006/metadata/properties" ma:root="true" ma:fieldsID="8e5a9fe9686009c7b7f15043779dff0e" ns2:_="" ns3:_="">
    <xsd:import namespace="1250858a-e5c0-4b64-8db5-dd4e897252b0"/>
    <xsd:import namespace="ef83bb47-26c1-4b59-91d5-8aa063b8eb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50858a-e5c0-4b64-8db5-dd4e897252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8f5e56-e41c-4ff5-942a-46bb561873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3bb47-26c1-4b59-91d5-8aa063b8eb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92ed642-2adf-4206-aee0-c48661b123c8}" ma:internalName="TaxCatchAll" ma:showField="CatchAllData" ma:web="ef83bb47-26c1-4b59-91d5-8aa063b8eb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83bb47-26c1-4b59-91d5-8aa063b8eba3" xsi:nil="true"/>
    <lcf76f155ced4ddcb4097134ff3c332f xmlns="1250858a-e5c0-4b64-8db5-dd4e897252b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C862389-F41B-47AE-A75B-A87A55E6C3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661797-9147-4650-BF40-A8A79C7242F0}"/>
</file>

<file path=customXml/itemProps3.xml><?xml version="1.0" encoding="utf-8"?>
<ds:datastoreItem xmlns:ds="http://schemas.openxmlformats.org/officeDocument/2006/customXml" ds:itemID="{FDE85376-B9C2-46D8-A687-07DBA14448A8}">
  <ds:schemaRefs>
    <ds:schemaRef ds:uri="http://schemas.microsoft.com/office/2006/metadata/properties"/>
    <ds:schemaRef ds:uri="http://schemas.microsoft.com/office/infopath/2007/PartnerControls"/>
    <ds:schemaRef ds:uri="584ec9cd-9e54-4ff4-aff1-30a9d696403c"/>
    <ds:schemaRef ds:uri="843150c6-d883-4c26-b274-6725b7462c8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Work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Parag Narkhede</dc:creator>
  <cp:lastModifiedBy>Parag Narkhede</cp:lastModifiedBy>
  <cp:revision>1</cp:revision>
  <dcterms:created xsi:type="dcterms:W3CDTF">2025-07-30T04:23:10Z</dcterms:created>
  <dcterms:modified xsi:type="dcterms:W3CDTF">2026-01-12T10:35:20Z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0x0101005DA8657A04E52F4396E01F4D172B9425</vt:lpwstr>
  </property>
  <property fmtid="{D5CDD505-2E9C-101B-9397-08002B2CF9AE}" pid="3" name="MediaServiceImageTags">
    <vt:lpwstr/>
  </property>
</Properties>
</file>